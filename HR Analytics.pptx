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3"/>
    <p:restoredTop sz="94647"/>
  </p:normalViewPr>
  <p:slideViewPr>
    <p:cSldViewPr snapToGrid="0" snapToObjects="1">
      <p:cViewPr varScale="1">
        <p:scale>
          <a:sx n="119" d="100"/>
          <a:sy n="119" d="100"/>
        </p:scale>
        <p:origin x="3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3207293"/>
                  </p:ext>
                </p:extLst>
              </p:nvPr>
            </p:nvGraphicFramePr>
            <p:xfrm>
              <a:off x="721012" y="821830"/>
              <a:ext cx="10749976" cy="594472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821830"/>
                <a:ext cx="10749976" cy="594472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webextensions/webextension1.xml><?xml version="1.0" encoding="utf-8"?>
<we:webextension xmlns:we="http://schemas.microsoft.com/office/webextensions/webextension/2010/11" id="{27112fdd-c850-4736-abd8-58cab53ac3ab}">
  <we:reference id="WA200003233" version="2.0.0.3" store="en-US" storeType="OMEX"/>
  <we:alternateReferences/>
  <we:properties>
    <we:property name="Microsoft.Office.CampaignId" value="&quot;none&quot;"/>
    <we:property name="reportUrl" value="&quot;/groups/me/reports/a7189ab8-6c88-49d8-9ad4-583d4d242c30/ab5f06de008d16f6ce35?bookmarkGuid=796fd824-9cf3-4f5b-a35a-1b9095f92ac1&amp;bookmarkUsage=1&amp;ctid=34bd8bed-2ac1-41ae-9f08-4e0a3f11706c&amp;fromEntryPoint=export&quot;"/>
    <we:property name="reportState" value="&quot;CONNECTED&quot;"/>
    <we:property name="reportEmbeddedTime" value="&quot;2025-11-09T07:08:15.197Z&quot;"/>
    <we:property name="creatorSessionId" value="&quot;4abe803a-e56a-4d82-9fc8-681888197b7a&quot;"/>
    <we:property name="creatorUserId" value="&quot;10032002D7B1DFA3&quot;"/>
    <we:property name="creatorTenantId" value="&quot;34bd8bed-2ac1-41ae-9f08-4e0a3f11706c&quot;"/>
    <we:property name="pageDisplayName" value="&quot;Page 1&quot;"/>
    <we:property name="pageName" value="&quot;ab5f06de008d16f6ce35&quot;"/>
    <we:property name="reportName" value="&quot;HR ANALYTICS&quot;"/>
    <we:property name="isVisualContainerHeaderHidden" value="false"/>
    <we:property name="isFiltersActionButtonVisible" value="true"/>
    <we:property name="initialStateBookmark" value="&quot;H4sIAAAAAAAAA+1aW3PTOBT+K4xfeMns+CLLTt9CKCwL5ZIw7OwwDKPLUWpwLK8sl2aZ/Pc9lp1Cs27TQtINbfMUy7qc7zvfOTpS8tWTWVXmbPGSzcE78B5p/XnOzOcHgTfwiq7t1avnR6PJ848vR0eH2KxLm+mi8g6+epaZGdh3WVWzvJkBG99/GHgsz1+zWfOkWF7BwCvBVLpgefYPtJ3xlTU1LAcenJa5NqyZcmqZhWbaE+yOz7h28FuEKzJhsxOYgrBtK+Ox8qkE309lQBUVEMXYrWo7OMt6uzRTu+XHurAsK3CZpi2UchiGNCFDxekwoBGltGlXWW67LnxxeFoaRIeYF2XDykiesEKA9BwEA1Vr8VdvNJsZmDHbPR6eeznWeT3vaZ/q2giYgHKvCpvZBa7x++TjCFlb2ExU3hLJem00UuneHc7LZ49d45O66IiJm8dj/WVsAJmU3oG//IAtVVbM8o74bxy8bXEIZhoMmn9C9hqsOEAbCebRwsF9nJkV7+Fgzer/Fypiw6Y4jAnjRCkgPg9TMhwS2Hvnjaw1WbPIg7GuC7uGzb+dbtwIunUoRiGjkZ/EAUZwIDAuldh/h85gDU9wS53YB7R1nAgUS9WQkyGNlUiE70fDH3fcEbCqNrBd4U2aDeaGHbNLIC3xPguDZCgTEQU85hSikLG9j5i/gJlqZMd6XrJicTeCZxPm1p1DEtIh8RMeciF9iFMa7H8CPMKK6jhfPCuEnt+RVLgBcufMMJEx80lKOGOSxDEVwUZnjpGmmTaZQGLW/bnFskrWwpH0JINc9qTFwd6oa/v1ktRFbcfHzNg9V9kVqqbVAQlHffruCNSpqEWyQ9mgzhuhJzyhwmdRHMiExjIgkO6J0LFmeWp0Xd4xiQtn273Gf04xrbrDkESSDqlPqPJlGPtRoH58T96eoX9oPkX3VIq1ZF2m8JsJNrRoovO+KvsXjrUrmL7TKvGakV9mJ9q+ZRzdsBb4/UHkTK+2HEP/lSYG8UR/2cE6neDaUKUEdx9COPcFiZsq2k/5nmxEU5Yzs5jmjN+u8NgoSM7M/T70s4Jp5S3SNCBcDaUvlR9FKorV5svqt7p8idy3fZou71Y37Ej1E6PnrnP3G0BV879rQCzrXpiuXuD3N6svl8103EzRi3PgtcrwG0ankCOVV6eufXDzX5QLBisTVFuk4iqvbkxrF9t3JYGhs7wD4pzdkhQ2ueF6lP55DM2Vk2O0kNkKzLM106+Ri69AujPe7ToXDj7T1nLpTsj3dch9ot2HRLteRMQUIpKKgAIPIhWEEY03X9t8J6erZdqfC2ZXIJqsWn96nhUolmjgvQBlt5C0eurRSTY7dlO/yBBmq8N3LK+b8UH4YvfRvbFGvs1BzrDvfZRvQzWrEwMBEiaxiEVIuZRpFNwH+68T7MGN33E8hQID7Y5lHWsA5qy8tTmnvfDbbsI5E0p3diMkSSgPBZCUSZEIKvflauIxYEKxc+gou6Y2qjwTiPN7aXhzMDN3EphB0aYNxFS2K2ZQfcN9/tvuUuhODj/neMO1XWJsZn7fmy8f4okeqodN3w/tT4RulGSW9fAz19IxCE4S/RM+YlUmHq6S8EVXfGdm7UwzncLDOEh9JZWKFKQpC9LUbaWXZxY4tVyfns8s7tMvKF3bqmQCXrMCelhDthiGndzAnPtroucWQWuy7th6yYDmD4tnPC+X/wJJImTeOykAAA==&quot;"/>
    <we:property name="bookmark" value="&quot;H4sIAAAAAAAAA+1aTXPbNhD9KxlectF0SBAESd8c2UnTJqlredzpdDKdxZfEhCJYEHSsevTfuwSlNFHlyE5kV7GlkwiAwL63bxcLSFeBLJq6hNkbmKrgIHhmzPsp2PdPomAQVH1bJokOmQhTLWUexoRoAthraleYqgkOrgIHdqzcedG0UHYTYeMfgaA0TRknQtEMpEgFkzx4OwigLE9g3I3RUDZqENTKNqaCsvhb9VNgl7Otmg8CdVmXxkK30MiBU91iFzgcn9Gw6IcY7QDhigs1UsL1rcATNFeqMMxkxDQTKk5wWNMP8PauHdJN7ZcfmspBUeEyXRtB0ISwlOaaszxiMWOsa9dF6RZD+Oz4sraIGZmY1R1lh/ICKqFk4CFY1fQWXwWH47FVY3CLx+PPOoembKdr2kemtUKdKu27Kle4Ga7x4+mfh8jazBWiCeZI1ok1SKXvO57WL4984/O2WhCTdI8T82FoFTIpg4Nw/hZbmqIalwvi/+XgrMchwHYYDH+H7HVY8QVjpbLPZh7uUWGXvJPBitX/L1TEhk0JSShwqrWiIScZzXOqdt55h87ZolvkydC0lVvBFj5MN24E3TsUoxBYHKZJhBEcCYxLLXbfoWO1gid6oE5cB7R3nIg0ZDrnNGeJxs0gDOP86x33WkHTWrVd4Z12G8w9O+YugfTEh0CiNJepiCOecKZiArDzEfO7AtscuqGZ1lDNHkfwbMLcuzOnhOU0TDnhQoYqyVi0+wnwNVZUk3L2shJm+khS4QbIC2eSVCYQ0oxyAEmThIloozOHSNPY2EIgMav+3GJZJVvhSXpeqFKuSYuDnVHX9uslaarWDSdg3Y6r7AZV0/KAhG+9++QItFBRj+QOZYM674Se8hRPkBAnkUxZIiOqsh0ROtYsL6xp60cmceFt22v82xTTq5sQGkuWs5AyHUqShHGkv35P3p6hPxk+Qvc0GnqyvqTw+wk2tOjUlOuq7O841m5g+p1WibeM/Lq4MO4MOLphJfDXB5E3vdlyDP1XmhjEp+bDHayzEFwfqozi7kMp56GgSVdFhxnfkY1oBCXY2agE/rDCY6MgOdj9PvStgunlLbIsolznMpQ6jGMdJ3rzZfWZqd8g9/2Ybsj58oYdqX5uzdQPXvxA0LT8r1YhllUvjJYd+P3X5ZcvzTTppliLcxD0ygg7RkeqRCpvTl3/4Oe/LhcMlibovkjFVX65N61db9+NBIbOCg6od3ZPEulyw+0o/W2iuisnz2gliyWYlyum3yIX34B0b7zfda59+aO25nN/Qt7XIftEuwuJdrWISJiKaSYipngU64jELNl8bfOJnG6Wab8tmH2BaItm9ennokKxxIPgldJuC0lrTT16WownfupXBcLsdXgOZdu9H5FXdx/dG2vkhxzkgGP3Ub4N1SxPDFRRkiYiEYRxKbM42gf79xPs0b3fcbxQFQbaI8s6zio1hfrB5pz+wm+7CeejUBZnt3X/l9qUaO5H0kcKE4qbqgVlt9RGUxYCcX4qjWCq7NifBCQ48IDqfrlC9f1G+m7l8a7NLk+fQVOIp8sMc939lR++7WulzwhZuI8kURZqqXWsVZZBhEfxbr4vh426dNxcfh42/rOeLdO6pgahTqBSa1hDtgA1JTcw5/9395G3+fwfLMqzmwUoAAA=&quot;"/>
    <we:property name="datasetId" value="&quot;3bdb5c53-7ba7-4c94-87f7-19ff12e967d2&quot;"/>
    <we:property name="embedUrl" value="&quot;/reportEmbed?reportId=a7189ab8-6c88-49d8-9ad4-583d4d242c30&amp;config=eyJjbHVzdGVyVXJsIjoiaHR0cHM6Ly9XQUJJLUlORElBLUNFTlRSQUwtQS1QUklNQVJZLXJlZGlyZWN0LmFuYWx5c2lzLndpbmRvd3MubmV0IiwiZW1iZWRGZWF0dXJlcyI6eyJ1c2FnZU1ldHJpY3NWTmV4dCI6dHJ1ZX19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 r:embed="rId1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1503</TotalTime>
  <Words>3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Prashant V</cp:lastModifiedBy>
  <cp:revision>3</cp:revision>
  <dcterms:created xsi:type="dcterms:W3CDTF">2018-06-07T21:39:02Z</dcterms:created>
  <dcterms:modified xsi:type="dcterms:W3CDTF">2025-11-09T07:09:19Z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