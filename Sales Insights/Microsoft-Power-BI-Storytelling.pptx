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</p:sldIdLst>
  <p:sldSz cx="12192000" cy="6858000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43"/>
    <p:restoredTop sz="94647"/>
  </p:normalViewPr>
  <p:slideViewPr>
    <p:cSldViewPr snapToGrid="0" snapToObjects="1">
      <p:cViewPr varScale="1">
        <p:scale>
          <a:sx n="120" d="100"/>
          <a:sy n="120" d="100"/>
        </p:scale>
        <p:origin x="2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tags" Target="tags/tag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webextensions/webextension1.xml><?xml version="1.0" encoding="utf-8"?>
<we:webextension xmlns:we="http://schemas.microsoft.com/office/webextensions/webextension/2010/11" id="{684aa0dd-a3a2-467e-aade-db28a6f14f31}">
  <we:reference id="WA200003233" version="2.0.0.3" store="en-US" storeType="OMEX"/>
  <we:alternateReferences/>
  <we:properties>
    <we:property name="Microsoft.Office.CampaignId" value="&quot;none&quot;"/>
    <we:property name="reportUrl" value="&quot;/groups/me/reports/f4c7ecb5-f248-4a00-afb4-def60260a824/194595379c969b579d4d?bookmarkGuid=00fe2ffc-23ef-4aca-bfea-d9ee1e0b2ea7&amp;bookmarkUsage=1&amp;ctid=34bd8bed-2ac1-41ae-9f08-4e0a3f11706c&amp;fromEntryPoint=export&quot;"/>
    <we:property name="reportState" value="&quot;CONNECTED&quot;"/>
    <we:property name="reportEmbeddedTime" value="&quot;2025-11-07T05:43:15.439Z&quot;"/>
    <we:property name="creatorSessionId" value="&quot;37675595-9e69-4709-9050-32c85e1007e1&quot;"/>
    <we:property name="creatorUserId" value="&quot;10032002D7B1DFA3&quot;"/>
    <we:property name="creatorTenantId" value="&quot;34bd8bed-2ac1-41ae-9f08-4e0a3f11706c&quot;"/>
    <we:property name="pageDisplayName" value="&quot;Page 1&quot;"/>
    <we:property name="pageName" value="&quot;194595379c969b579d4d&quot;"/>
    <we:property name="reportName" value="&quot;sales_insights&quot;"/>
    <we:property name="isVisualContainerHeaderHidden" value="false"/>
    <we:property name="isFiltersActionButtonVisible" value="true"/>
    <we:property name="initialStateBookmark" value="&quot;H4sIAAAAAAAAA+1ZS2/bOBD+KwUvvQiFXpTE3FJvFijaPDYuuodFEJDiKGEriy4lZesG/u87pOTEcRLHTe3UxfpGDUfz+Gb08aFrIlU9LvnkiI+A7JG3Wn8ZcfPlVUA8UvWy4+P3h/un78+P9g8PUKzHjdJVTfauScPNBTSfVN3y0lpA4T9nHuFlecIv7FPByxo8MgZT64qX6jt0yjjVmBamHoFv41Ibbk0OG96ANXuF6viMvoM3EXrkeaOuYAh500tZTBmNUpazhAmaMhlLVKs7BRfZgyrWtHM/0FXDVYVurIxJEUdR6heJnyUR+DmlqZUXqmx6FTE5+DY2mB3mPBlbVPblFa9ysH4xBQN1F/E1OQRet8blcXBnYqhbk8MpFG6qalQzsejyGvpXajJFQE6MRrjc3ClcQdWCE1/qfwcGECBMw5+eoaRW1UXZ43mb2scuvJwbG5oWnxEUmwK+oI0E83bisvhDmRmcobcQ6EYywJBxKhQsi0TE8yimwH1fCpptBdRDXkL96hjHvy/Y8zl0cEfAkjhKeQgsYBwki8Lg+XAPdNmOqlUjrV000n7SC3FOgJvnwFyXKgdzB2gyAmQgO0BH3GUx7hwp6Oa1dNPgkrwmHxQm3tn+xMvWmn2NmKr8tQWth63jG4z48xyjOPXauVgzEOgT5SITQRCmLE0sZ2XUp/7TLDRAqxfaqBxT2lS58sn5jXhbK/bI1xYsfm3rx2R69nL9cuu1axlIAhGJIIljloYhZAHN5Iu3jN0uQHOPjHrxudtE3G8d73dZSAU3g0tumi3g9/nF9JGm64s7eXbbrVbNrv0ClkSUBVGYJDTjhQ88KF68/fK2bvTIulv8WHAC5dvRgD+1vdiiFry7xdhUE65a064NGfOLlBY8x3WzSAPcYYqnWfCjHh8hnp2Oo+vZmQPh+9PokVPuT0V1K762gAktIjucTeD4r9lgqSVr4rFkPdIV3DVn/4KYf+FOZW61sQ5DKLEAqwPePbiAlkLszeIoFJSSWFfHa+26m0DEcrbDepE96urdpR3OgbQiqmjm70uwITmYKqmaPqR3C3j9wLK9KpIuCS5KWGJh1k39vub/Q4+79Xkz1Ag+C4tCxsAY7g1pCjSkO2rcUeOOGp9NjcHWUKO3sT01Hshlm98/BfTy89we0XdcvSYY+8MUFSELfMkgyTiLaRxn23Ez+isacM3XUKWq4Eca71deG/101z19ceT67aEbOd029ZjncMIreOBmDuvKKwmyHz92O+f++RDnBKugel5f8oL9E3Rzlzed/ge6pX+GlBoAAA==&quot;"/>
    <we:property name="bookmark" value="&quot;H4sIAAAAAAAAA+1ZW2/bNhT+K4Ve+iIMkihKYt5WrwMGbG1WF93DEASkeJSwlUWNlLJ6gf97Dyk5cZybm9qpi/mNPjw6l+98PLz4MpDKtjWfv+EzCI6CV1p/mnHz6UUchEEzyAhhcZylhNGK5JKwogCKs7rtlG5scHQZdNycQfdB2Z7XzhAK/z4JA17Xx/zM/ap4bSEMWjBWN7xW/8GgjFOd6WERBvC5rbXhzuS04x04sxeojr8xhPgngh552akLmELZjVKWUkZJzkqWMUFzJlOJanZQ8JHdqeJMe/cT3XRcNejGyZgUKSF5VGVRkRGISkpzJ69U3Y0qYv76c2swO8x53jpwfpYXvCnB+cUUDNgh4svgD+C2Nz6P1zcmpro3JbyDyk81nermDnhuYfzEBgsE5NhohMvPvYMLaHrw4nP978QAAoRpRIsTlFjVnNUjntepvR/CK7lxoWnxEUFxKeAH2kgwr+Y+i1+UWcKZhGuB7iQDDBmnEsEKIggvSUqBR5EUtNgLqKe8BvviLY5/XLBXcxjgJsBw/eY8ARYzDpKRJH463BNd97Nm00itj0a6Jb0W5xy4eQrMtlYlmBtABzPADuQG6Ij7LNrBkYJhXks/DT7Jy+B3hYkPtj/wundmXyKmqnzpQBthG/oNRvxxpaN4detdbBkI9IlyUYg4TnKWZ65nFTSi0eNdaIJWz7RRJaa0q3KV89Mr8b5W7J7VFq+vtu1jsjh5Pr5cex0oA1ksiMAtOmV5kkAR00I+O2XcqQG6W81oFJ/6s8Rt6oQ/ykYquJmcc9PtQX9f3UzvId1Y3PmTabdZNQf6xSwjlMUkyTJa8CoCHlfPTr+yt52eOXfriwUnUL4fBPym48UeUfDmEWNXJNy0pgMNGYuqnFa8xH2zymM8YYrHu+B73b5BPAcd366Xdw6E71ejZ155vBzZXvzTAya0jux0OYHjP5eDBy05E/clGwZDwT05xw/E6gc3KnOtjXWYQo0F2Bzw4YcP6EGIw2UclYJaBs7V262y7ioQ8XC3w3oFR9TXe0g7WQFpQ1TRzF/n4ELyMDVSdWNIv63h9RXb9qZI+iS4qOEBC0s2jeea/097POzPu2mNELGkqmQKjOHZkOZAE3pojYfWeGiNT26N8d60xnBnZ2q8kMu+vH0LGOWnpbuiH3r1lmAcL1NUJCyOJIOs4CylaVrsx8vo9yDglp+hatXA1xDvez4bfTPrHn848ny760VO951teQnHvIE7XuawrryRIMfxfa9z/j+fq7e5xeILoxUnUmsaAAA=&quot;"/>
    <we:property name="datasetId" value="&quot;88425308-c7fc-4f7e-a98d-c9b0fe8de501&quot;"/>
    <we:property name="embedUrl" value="&quot;/reportEmbed?reportId=f4c7ecb5-f248-4a00-afb4-def60260a824&amp;config=eyJjbHVzdGVyVXJsIjoiaHR0cHM6Ly9XQUJJLUlORElBLUNFTlRSQUwtQS1QUklNQVJZLXJlZGlyZWN0LmFuYWx5c2lzLndpbmRvd3MubmV0IiwiZW1iZWRGZWF0dXJlcyI6eyJ1c2FnZU1ldHJpY3NWTmV4dCI6dHJ1ZX19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 r:embed="rId1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1504</TotalTime>
  <Words>3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 Light</vt:lpstr>
      <vt:lpstr>Office Theme</vt:lpstr>
      <vt:lpstr>Microsoft Power BI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Prashant V</cp:lastModifiedBy>
  <cp:revision>3</cp:revision>
  <dcterms:created xsi:type="dcterms:W3CDTF">2018-06-07T21:39:02Z</dcterms:created>
  <dcterms:modified xsi:type="dcterms:W3CDTF">2025-11-07T05:45:18Z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