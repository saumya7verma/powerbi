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</p:sldIdLst>
  <p:sldSz cx="12192000" cy="6858000"/>
  <p:notesSz cx="6858000" cy="9144000"/>
  <p:custDataLst>
    <p:tags r:id="rId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BC108F-2AB8-48DA-AB49-F9E86BDDFE2F}" v="6" dt="2018-08-08T09:06:44.7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43"/>
    <p:restoredTop sz="94647"/>
  </p:normalViewPr>
  <p:slideViewPr>
    <p:cSldViewPr snapToGrid="0" snapToObjects="1">
      <p:cViewPr varScale="1">
        <p:scale>
          <a:sx n="120" d="100"/>
          <a:sy n="120" d="100"/>
        </p:scale>
        <p:origin x="27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tags" Target="tags/tag1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Icon for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Add-in content for Microsoft Power BI."/>
              <p:cNvGraphicFramePr>
                <a:graphicFrameLocks noGrp="1"/>
              </p:cNvGraphicFramePr>
              <p:nvPr/>
            </p:nvGraphicFramePr>
            <p:xfrm>
              <a:off x="721012" y="1170879"/>
              <a:ext cx="10749976" cy="533572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1012" y="1170879"/>
                <a:ext cx="10749976" cy="53357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185954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LE_NAME_PARSED_KEY" val="TRU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webextension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webextensions/webextension1.xml><?xml version="1.0" encoding="utf-8"?>
<we:webextension xmlns:we="http://schemas.microsoft.com/office/webextensions/webextension/2010/11" id="{605a17c3-b510-470d-a9f9-ad9d12e7c9f3}">
  <we:reference id="WA200003233" version="2.0.0.3" store="en-US" storeType="OMEX"/>
  <we:alternateReferences/>
  <we:properties>
    <we:property name="Microsoft.Office.CampaignId" value="&quot;none&quot;"/>
    <we:property name="reportUrl" value="&quot;/groups/me/reports/a8994efd-a4c6-4871-89b7-87c4c0e80860/e7e0ef45732a95e2c7ed?bookmarkGuid=73804f4f-b5eb-46da-9fcf-f2a1262dd3d4&amp;bookmarkUsage=1&amp;ctid=34bd8bed-2ac1-41ae-9f08-4e0a3f11706c&amp;fromEntryPoint=export&quot;"/>
    <we:property name="reportState" value="&quot;CONNECTED&quot;"/>
    <we:property name="reportEmbeddedTime" value="&quot;2025-11-10T15:10:20.586Z&quot;"/>
    <we:property name="creatorSessionId" value="&quot;3dcd6249-619b-4cce-b386-987f1e50b8d8&quot;"/>
    <we:property name="creatorUserId" value="&quot;10032002D7B1DFA3&quot;"/>
    <we:property name="creatorTenantId" value="&quot;34bd8bed-2ac1-41ae-9f08-4e0a3f11706c&quot;"/>
    <we:property name="pageDisplayName" value="&quot;Page 1&quot;"/>
    <we:property name="pageName" value="&quot;e7e0ef45732a95e2c7ed&quot;"/>
    <we:property name="reportName" value="&quot;Blinkit&quot;"/>
    <we:property name="isVisualContainerHeaderHidden" value="false"/>
    <we:property name="isFiltersActionButtonVisible" value="true"/>
    <we:property name="initialStateBookmark" value="&quot;H4sIAAAAAAAAA+1bbU/cOBD+K6t84cvq5NfYvm9A4YRa2gpQT6cKnfy65JpNVkmWQhH//cbJbmGBbWDvoAulUttN7IxnPM88nnGci8Rl9STX5+/12Ce/J1tl+WWsqy8DnAyTYnbvw4e3+5sHb/9+v7m/A7fLSZOVRZ38fpE0uhr55lNWT3UeJcDNz8fDROf5Rz2KV0HntR8mE1/VZaHz7JvvOkNTU0395TDxZ5O8rHQUedjoxkexp9AdrmFs/BuOmmjbZKf+0Numu+2FRz4wLijRintihXfQre46tKrd2SXKbsffLotGZwWME+8hYpjTlKdWCG+cUNqKeL/OilE+0/jq2aPzSZyWxp81pjyLE2L+gYGjpMtLsAgJJo23nHGOBDJOE9EvrT7R8P9tWVqmKWVCS4YccUhixP+DZlaygAT8A39waiViJD4dsryZTYU53zmbVOBGcG4nbRucMiqrzMJIrbsqX3feuUi2y3w6bn/tLNw/LKeV9Qc+tE1FkzXnEUh5VnzZOxr8UZXWV+eDN7rRSdTrY1UCQto+H6ZN7ptBa0lsOim/blceVADnocvhd6023akubOv1RZX2va6nlf8/dToqG50PDnUOiF4Xnd6XgzIMssaP10enzdPRoF6rWYoaHQC3FKMVddocjSo/0s3scueR0b8H/hxAVGcmy+NTsXl3WsxoD9824Rju/JALJtlp2Rxpk98gF7ionK+2zttQf5NVc24lwxvWPDp4L4/nBA9d/rlG4Qfl17pV77Fp5rid2Gx0ksPfpuVXn88nBMZ3IGFfT2LDXcJ/uy4t9q8tDLTnOoyMJ7rK6jli5ldvsyI6cJi886F5Gio9mBv3Dma+6rDySefTCJONuaDDpqz8RvTKZQuusW90NB/s6rf9OLqyW0yujNj/LuHiWnA9kWOHidX2xLvWzr0WcHHczPkoNPP1i/LXMDmN7TOoIui30K1DOkjGUikhrNHGSJdqhIRQvXnA+qxuvaRndeXWmO5iM2E+2JAGLL3h2EGm6sxaueBHi/lzc8B1W2bTLxUKaZqaQLQIjDFi3Ko5OjE8WEYkVBiai4AVV2jNsuo2r1iSU/c6s84zELxgNywLUPjFH7O14SKZdKO1lArtpfNzwl9GYW/gCVd+Lb6vNpdL8oD2icdaMK5PTceOFKMUysFApbGU28Cs76+5sjEUvLexQUnqDFLeGmO9VRinmq1dmC/PkJ9joF9Z00GK8hCockwrIhRBgiOSruzOVANTM4EJls5GscquShs0KIScJhY75jBzqaNsVVmMiCA40VYIg4IKFOr7lWWxVBNKUyUtw8oCeDV9RnS2jlsEvWFkdLV9oqtmjUJp0aKlNdrM8edPws7DuMr8rNGHyV/tMI8+162dutJQes3irRt4vpY+zE4ovyAs65tDXr8NpY0/a4ub3Bej5iTuNHRLIdMWajdmMUuNBrZLJUMr84qzzgkZGNdx85EyoNBVZXHEU+moptYgijQ1wqpVOZ0rG5znjitGObXIGOrWjO9mleG70rY7Uf3U9xPoeFc3g7irDoX1S2Flm09rgIB3W6/0/CBgduQheco8ptxBkgS5VwhS9Sc4S4JUcoutQgb4wylCmCB6ZfKQqVCKsJQiL4PyBuo3srIsmyLEBPIcY88cpdj0137PKQTWK7+/ifrYrLAI0kAazQBrlgpruVnVnYq6WCNgpRTgVgLkRFjdnY8Wbzt1o02e1SdjYNvBX15XL4VyYQT/SrUPdX3Ht0oFYgNxMsUpURAJRPTz2hK+NYFbSNRUfFNstLFYILmeSdFh9u3FlIGuLKbNK/z7vf30peCN8X/FYtASa5EMMoWK0GEVnNBrenpkCSf84jvdN0Oo9SkXxIqAGJI45Vwi6u1r/vqk+Sukqw55ZbUTWFGiiCR6PcOqb//hv8XXyBdd4NwKsW4mFn99mh8RBLftVuW4fWx2iNHACD+2b5h0GqHI5H+e+MrPYq5w2fysz96NKXxAWHYXrSb3LJiHV6H/+W4OOcp8NcCRQY6PO+i0j70UVrp7C8EGlRosDOGOWK6YD7L/KOWSlNZJT4kjqVQqDQoRyRnulbX0KKXTKqXxrYuFdZB5qZBZeRPBcyMw84SnUnDqDGK6n4Rft/heM+7Hf/mx6PKf9AbmhhK/Yu7tFTOYUR/PEHAbX1Pc48Wzbt20NW0a0Os263hrsGQWGaEp8YoHmq4Z6zz4vcczYp4wLQqfv7LOfdOBn1Tw35Gp/XrsE7SyQDraqGCdkIhb9JRHQu6h+3oWIuPrhchc3aeqPcZL5muwm/nc1ferOjY27gLuxsbna1g9/j+Lki1dZ/bqPPPiOfxFcXU0pzls/XzY9usRHr84e7RapxekEZTdYfTdFjxvug/vrh9Kb6169LPoP9b0Ch49J9DvDY2uXlr4zHCB6VpnBMekF9gbSiDLUSmyTq5WT7XD3RXX5bSpJ9r6j7rwd8AJgKOBAV0PiNovGpN2kNP4oU7eB+kF1F1e/gsr41AXcjkAAA==&quot;"/>
    <we:property name="bookmark" value="&quot;H4sIAAAAAAAAA+1bSW/byBL+KwIvvgiD3pe5xU48MF5mXhAHeRgEPvRSLXNCkQZJOfYE/u+vmrQSbxrFmjiRE+fgiN3NWrq++ljF5WMRy+6kcud/uDkUvxa7TfN+7tr3E1pMi3oc44r5ILgPxjgeCMQgEs42J33Z1F3x68eid+0M+rdlt3BVFoSD7wqQXlMBTCqjJY+eCBeKo2nhquqVm+U1yVUdTIsTaLumdlX5N4wicKpvF3AxLeDspGpalxUd9q6HrOwUl+MxGkZ/odlMF/ryFA4h9OMwaCCQhNScOSuBBQ0Rl3XjgsHgO5dk2YP+vabuXVmjnjxGmBfRcamC1uCjti7oPN6V9ay6tPjzuW/OT/Ke9XDW++Ysb5P/CxVnSRcX6BHRwngIUkhJNPHRMb1eWnfs8P/bspxRigvtjCCRRWIokf/CsmBEIhr/4D+qgiGC5bNTWfWXW+HPX5ydtBhcDPkobQ+DMmvaMqCmIVwtdGN0PhZ7TbWYD79eXBs/bBZtgNeQhqm6L/vzjLyqrN8fvJn81jYB2vPJc9e7Itv1qm0QIcOa/y76CvrJ4EmeOm4+7LWAJmDwyMX0k1XP4qmrwxD16yb9Dq5btPA1bXrT9K6aHLoKEb0tNv3RTJo0KXuYb49Nz05nk26rdilb9Bq5pZ5taNOz2ayFmesvD188MPoPMJ4TzOrSl1U+K0/vL+pL2qO3XTjCkX/kgpPytOnfOF/dIBc8aCO0u+dDqj8v2yW3sukNbx4cvBdHS4LHJX9dofDXzYduMO+haeZoYEdqrNU6eOe9icoRorVdy47bk/NroRBcG7cYBHmaCUghqUQNeEkjXr+j36oQ/BPFPbYAXPXlcvuNJUkp5RNzOgkhmI+bVi7MyxQEM1h3OakTtdKSLas1BrZdUWmsDWZXlSj4mt/FHLBIzj9i1pb9Ohm1lTDON3GYhsHtj8VLRH87yn7rqkUWu/Mcz4jNh3onR+UyLney43DGQ/Hj1a0Z2ZFTorBITtz4wGVIIsD6SrScYxtwGxucKWwWLATvAwRLqXJi69J8dd3wGBP9szcjpLhMidsonGXaMqIlYWrjcCqHTC00ZdTEkMXasClt8GQJwZYp0CgiFVFFLjaVJZhOWjJs5rQnySaOXc/GsoRyjHNlTRDUBgSv44+IzraxcVqbRt61e8eu7bcola57tLJyvQz8+Tdh52m+ynwv7dPiz0HNg+/14Kdr3RyW+TYqXl5L7+fn79BjWnY3VV4dLusIZ4jTaVFBPeuPc/81XgqFCy46EahQ3iHbKSPIxrwSQ4zaJCFdviXDBVLoprIkkcpE7njwhBPHvQ52U06XNqQIMkoruOSBeM/jlvHdZQ/3sglDf76e+r4DHe+7fpLvNULd/yisHKpFhxCAuPtEz/cC5kgeRioBlMuIRRLWXikZu77AWZGkRgYaLPHIH9EyJjRzG5OHUdpaJhQnYJIFj/0b21hWUIQITUBSCiJyTv363u8xpcB21fc3UZ+nLdXJeCyjBWItcB2C9JuG0/KYewRqrUXcGoScTpuH88Hy7UXXO1+V3fEc2XbyJ7j2R6Fc1ABPVHvf0I98a21iIbFoFFXMYiYwvZ7XVvCtTzJgoWbz8zPvfKCamO0sig7Lv3+YNjA29aJ/gv/6aH/7VvCG/p+xGQwsBGKSUdgRRmpT1G5Ln6mv4ISf/E73zRQaYio1CzoRQQxVUhrCITzVr9+0fsVyNRKwwUVNLWeWGea2M63W3X94yq/VzXBIVnmqPZORBWkFJLP+VakVxVk0wFlkylirkiXMSEHXylr5qlR0VvH8/CAgowsw2GVv3A7f+ZrcdmH5R71Z9VQ73ifk3+lZwg0jfsYqEqzwVHDIT8NlyDfcv+ARqhvCtLvoe7TrNutA8NSIQLx2nIGViastY51738F/RMyTFnUN1RPrfGk58J1a11uG/Izsk5wNSDrO2xSiNkQG8i1fbvgC279mST2DeqyVb1XVo7/Xf71dfouAObrfNvPhtMtPKeao4ZYX02I0gmQs/e8YMoYGBNexXL5HfHBjb+5RfI8Hg/K792uyX0IVuxHLn0r7d3f3CDs7dwF3Z+fdFawe5Qbi6GhsIQap/6Ip2XVdGZYdSf5io1py4C1xXXanPxzifDisWyM8f1HyYL3OWpBmUAYXjiHuD+B5Pn51czC84Jr1leOzuYDnHsQxS+ZIAGW3zJnl0X8wU4c8fQmp/9rp9Bke0+J1OTvuV0Xqi6Ex9kvXvjG6xnRDMFIUBjQFzxlWOVaREM1m/dSg7q68bhZ9d+ICvHI13AEnBI5DBoxrQDR8sfQJRRcX/wdSZVEIPzUAAA==&quot;"/>
    <we:property name="datasetId" value="&quot;4a0a3314-fb74-49cc-b82a-8cc3c91214e8&quot;"/>
    <we:property name="embedUrl" value="&quot;/reportEmbed?reportId=a8994efd-a4c6-4871-89b7-87c4c0e80860&amp;config=eyJjbHVzdGVyVXJsIjoiaHR0cHM6Ly9XQUJJLUlORElBLUNFTlRSQUwtQS1QUklNQVJZLXJlZGlyZWN0LmFuYWx5c2lzLndpbmRvd3MubmV0IiwiZW1iZWRGZWF0dXJlcyI6eyJ1c2FnZU1ldHJpY3NWTmV4dCI6dHJ1ZX19&amp;disableSensitivityBanner=true&amp;storytellingChangeViewModeShortcutKeys=true&quot;"/>
    <we:property name="backgroundColor" value="&quot;#FFFFFF&quot;"/>
  </we:properties>
  <we:bindings/>
  <we:snapshot xmlns:r="http://schemas.openxmlformats.org/officeDocument/2006/relationships" r:embed="rId1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5" ma:contentTypeDescription="Create a new document." ma:contentTypeScope="" ma:versionID="aba17d7263e5a17e1efe42a3571abb41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e4e3c9c8ed1c3d723d02c9f1cb24d19a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EventHashCode" minOccurs="0"/>
                <xsd:element ref="ns2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DD29C39-1C4E-4B06-A1F4-2510F2DACF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17AB1FA-2F28-4684-9230-02ACEB6C0B0A}">
  <ds:schemaRefs>
    <ds:schemaRef ds:uri="http://purl.org/dc/elements/1.1/"/>
    <ds:schemaRef ds:uri="http://schemas.microsoft.com/office/2006/metadata/properties"/>
    <ds:schemaRef ds:uri="b1e4d6ee-9f6f-43f8-a618-24f3d84da28f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f577acbf-5b0b-4b4f-9948-268e97f8d3a4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1503</TotalTime>
  <Words>3</Words>
  <Application>Microsoft Macintosh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Segoe UI Light</vt:lpstr>
      <vt:lpstr>Office Theme</vt:lpstr>
      <vt:lpstr>Microsoft Power BI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Prashant V</cp:lastModifiedBy>
  <cp:revision>3</cp:revision>
  <dcterms:created xsi:type="dcterms:W3CDTF">2018-06-07T21:39:02Z</dcterms:created>
  <dcterms:modified xsi:type="dcterms:W3CDTF">2025-11-10T15:11:31Z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